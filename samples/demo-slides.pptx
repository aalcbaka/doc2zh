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DBB5-0FCA-CA26-1F87-8430AE609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4FC1A1-3B63-3695-F1E6-7626CB92C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C18C3-C4A1-6729-1434-485A949D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35541-68A8-C5B0-5813-78A2BEB8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C28F0-32DC-95AB-E35E-9BB17BC5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844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4518F-523E-3AC5-9F0B-90AC5585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F8CD9-51D8-EB47-3E80-0F922892E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D5835-02EA-76A4-1110-E55D8EA1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757889-6ECC-3170-7744-72EBC6BB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526AA-2D6C-356F-9E80-35BC058C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44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560DE-0C53-A2C1-A474-1D7C2A2F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41B345-55F8-2C04-F692-F509DBE10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F0F197-73EF-4D94-DC63-C4F872D7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950A-7B59-1A83-C079-352DFB67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E83F2-DB31-7280-9EF5-662DEEA2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2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30B88-DA9A-D4A4-E1D0-A0A72EE7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0B70B-0FCA-CEDD-D6DD-B5418559F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48E02C-C0CF-3604-D3FF-9C19CF81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FF6994-5883-FAE9-AFF6-9914A7E0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056FE6-E794-6747-B58A-9AB254B1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11E48A-19A9-0E99-3006-4D261E75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817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6E399-6D74-2E70-4CAA-9C01B949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D90E6-F592-6829-E13A-D60A916B7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A9B4EC-F78B-EE41-190A-D8E4BBB83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E58E22-CE26-9DF6-B55C-4DB118AF5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A7FA38-1A08-FB95-3247-D7F55EEB1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7A1DEF-7641-71EE-1427-6B6B8685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CDCAA-9585-28FB-3395-36824388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F322EE-5152-7A4A-B140-C06AA620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6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F09A7-2097-BEF7-1A33-CFE701D3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995B74-7CBB-0BD6-0BE7-E69EC68D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FF3CC7-8195-0687-E393-E30A553F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B8E8B9-7E28-C3BB-ECF6-19C9F942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8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FBBA57-6338-E1E6-1226-7EB40D67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62A003-796D-3212-B315-6D574556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DD272E-7A04-7939-CD05-CCC7D662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3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AE1F1-C1DC-93B5-D5BD-1E322CD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1AF52-27C0-5E2D-91A2-8C2555A49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AE5832-666D-E00E-AAEC-45CE1C975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4C6BE2-2ADE-908B-2B26-9BBCD69F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FE799C-F12E-220C-0C54-DDE4E1C0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54EDA9-EFEB-CBFC-BFB2-E0F55B50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8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2F33B-BDB0-1089-0176-A3ACF4CE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828C18-E60A-0FEF-0086-1F1FA02FA1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F587EA-1BBE-B43C-8E52-306721C22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35C17D-DE14-12E8-5DD2-49125E0BF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DBF062-88CB-34FA-4781-D580B630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8D0D0F-7C9B-2762-45D0-56E6AE68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32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BF335-7546-093F-6B25-97D060FC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868D95-D5FE-8104-2D06-5A49F48A8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51596E-9419-8DD2-C2B7-9070B02A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2534F5-1696-C58C-A755-E2AE0E67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DEC43-FD90-859F-44C8-9370A9DC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2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FC61F3-5412-0473-A92F-CC0D6E01E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FC244F-16D1-8CF6-02B8-E0F811A54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09612-BA81-A7E3-F5DF-0099C045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289EA-1143-A0E5-278A-4528ECE8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A6B18-E568-9264-E494-52143F4D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735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F999F-8806-039D-7058-5F773268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5AA6A2-A4BC-FD37-BFF5-DA8932BEE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180A4-7A0D-F585-9392-2CA5283D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65F7DF-4008-58CC-05E2-696E252B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C58CD-41C4-3DA1-66D3-33680507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14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2F0EE4-DB21-E503-6D77-52D409AE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C8BF79-C0ED-848C-15F4-AC644EE0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DC522D-06E1-CE9E-0D1A-C7CB1C53E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3877F-FBE1-4CDF-A602-0D9A84C8AB08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05E78-FBB5-633D-16CD-A20B455C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6BE056-9F04-21B4-28F4-D47C9D003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044E0-4095-448C-89AD-78995DCE14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74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CCFFF-83EF-B081-1E73-4B3046C9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Attention Is All You Need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9E9A76-7ECE-9867-B0AA-F08E6F59C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Vaswani et al., 2017</a:t>
            </a:r>
          </a:p>
          <a:p>
            <a:r>
              <a:rPr lang="en-US" altLang="zh-CN"/>
              <a:t>Google Brain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00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0A4CE-7EDF-073D-16B0-324505A1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Transformer Architecture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D6D634-6D5C-0400-5281-2401F593D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dominant sequence transduction models are based on complex recurrent or</a:t>
            </a:r>
          </a:p>
          <a:p>
            <a:r>
              <a:rPr lang="en-US" altLang="zh-CN"/>
              <a:t>convolutional neural networks that include an encoder and a decoder.</a:t>
            </a:r>
          </a:p>
          <a:p>
            <a:r>
              <a:rPr lang="en-US" altLang="zh-CN"/>
              <a:t>We propose a new simple network architecture, the Transformer, based solely</a:t>
            </a:r>
          </a:p>
          <a:p>
            <a:r>
              <a:rPr lang="en-US" altLang="zh-CN"/>
              <a:t>on attention mechanisms, dispensing with recurrence and convolutions entirely.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4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996C9-B4F2-19AC-EF26-F4D162F7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Self-Attention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D850E-A9ED-2359-BEC8-9A7DEB47C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Self-attention relates different positions of a single sequence in order to</a:t>
            </a:r>
          </a:p>
          <a:p>
            <a:r>
              <a:rPr lang="en-US" altLang="zh-CN"/>
              <a:t>compute a representation of the sequence.</a:t>
            </a:r>
          </a:p>
          <a:p>
            <a:r>
              <a:rPr lang="en-US" altLang="zh-CN"/>
              <a:t>Multi-head attention allows the model to jointly attend to information from</a:t>
            </a:r>
          </a:p>
          <a:p>
            <a:r>
              <a:rPr lang="en-US" altLang="zh-CN"/>
              <a:t>different representation subspaces at different positions.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46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Attention Is All You Need</vt:lpstr>
      <vt:lpstr>The Transformer Architecture</vt:lpstr>
      <vt:lpstr>Self-Attention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Junbo</dc:creator>
  <cp:lastModifiedBy>Huang Junbo</cp:lastModifiedBy>
  <cp:revision>1</cp:revision>
  <dcterms:created xsi:type="dcterms:W3CDTF">2026-10-03T07:58:26Z</dcterms:created>
  <dcterms:modified xsi:type="dcterms:W3CDTF">2026-10-03T07:58:26Z</dcterms:modified>
</cp:coreProperties>
</file>